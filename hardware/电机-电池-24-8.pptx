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4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74"/>
        <p:guide pos="381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360000" cy="3600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/>
        </p:nvGrpSpPr>
        <p:grpSpPr>
          <a:xfrm>
            <a:off x="3181350" y="791210"/>
            <a:ext cx="5683250" cy="4235450"/>
            <a:chOff x="5010" y="1246"/>
            <a:chExt cx="8950" cy="6670"/>
          </a:xfrm>
        </p:grpSpPr>
        <p:sp>
          <p:nvSpPr>
            <p:cNvPr id="4" name="矩形 3"/>
            <p:cNvSpPr/>
            <p:nvPr/>
          </p:nvSpPr>
          <p:spPr>
            <a:xfrm>
              <a:off x="5037" y="2039"/>
              <a:ext cx="2268" cy="510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 sz="10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5385" y="3066"/>
              <a:ext cx="1572" cy="2478"/>
              <a:chOff x="9341" y="3917"/>
              <a:chExt cx="1572" cy="2478"/>
            </a:xfrm>
          </p:grpSpPr>
          <p:sp>
            <p:nvSpPr>
              <p:cNvPr id="5" name="椭圆 4"/>
              <p:cNvSpPr/>
              <p:nvPr/>
            </p:nvSpPr>
            <p:spPr>
              <a:xfrm>
                <a:off x="9341" y="3919"/>
                <a:ext cx="198" cy="198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 sz="1000"/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10715" y="3917"/>
                <a:ext cx="198" cy="198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 sz="1000"/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9343" y="6197"/>
                <a:ext cx="198" cy="198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 sz="1000"/>
              </a:p>
            </p:txBody>
          </p:sp>
          <p:sp>
            <p:nvSpPr>
              <p:cNvPr id="10" name="椭圆 9"/>
              <p:cNvSpPr/>
              <p:nvPr/>
            </p:nvSpPr>
            <p:spPr>
              <a:xfrm>
                <a:off x="10715" y="6197"/>
                <a:ext cx="198" cy="198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 sz="1000"/>
              </a:p>
            </p:txBody>
          </p:sp>
        </p:grpSp>
        <p:cxnSp>
          <p:nvCxnSpPr>
            <p:cNvPr id="12" name="直接箭头连接符 11"/>
            <p:cNvCxnSpPr/>
            <p:nvPr/>
          </p:nvCxnSpPr>
          <p:spPr>
            <a:xfrm>
              <a:off x="7880" y="1987"/>
              <a:ext cx="0" cy="5100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7880" y="4432"/>
              <a:ext cx="1471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/>
                <a:t>90</a:t>
              </a:r>
              <a:endParaRPr lang="en-US" altLang="zh-CN" sz="1000"/>
            </a:p>
          </p:txBody>
        </p:sp>
        <p:cxnSp>
          <p:nvCxnSpPr>
            <p:cNvPr id="14" name="直接箭头连接符 13"/>
            <p:cNvCxnSpPr/>
            <p:nvPr/>
          </p:nvCxnSpPr>
          <p:spPr>
            <a:xfrm flipH="1" flipV="1">
              <a:off x="5010" y="1641"/>
              <a:ext cx="2291" cy="14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5" name="文本框 14"/>
            <p:cNvSpPr txBox="1"/>
            <p:nvPr/>
          </p:nvSpPr>
          <p:spPr>
            <a:xfrm>
              <a:off x="5488" y="1246"/>
              <a:ext cx="2641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/>
                <a:t>40</a:t>
              </a:r>
              <a:endParaRPr lang="en-US" altLang="zh-CN" sz="1000"/>
            </a:p>
          </p:txBody>
        </p:sp>
        <p:cxnSp>
          <p:nvCxnSpPr>
            <p:cNvPr id="16" name="直接箭头连接符 15"/>
            <p:cNvCxnSpPr/>
            <p:nvPr/>
          </p:nvCxnSpPr>
          <p:spPr>
            <a:xfrm flipH="1">
              <a:off x="5482" y="2041"/>
              <a:ext cx="3" cy="1122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7" name="文本框 16"/>
            <p:cNvSpPr txBox="1"/>
            <p:nvPr/>
          </p:nvSpPr>
          <p:spPr>
            <a:xfrm>
              <a:off x="5457" y="2471"/>
              <a:ext cx="919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/>
                <a:t>20</a:t>
              </a:r>
              <a:endParaRPr lang="en-US" altLang="zh-CN" sz="1000"/>
            </a:p>
          </p:txBody>
        </p:sp>
        <p:cxnSp>
          <p:nvCxnSpPr>
            <p:cNvPr id="18" name="直接箭头连接符 17"/>
            <p:cNvCxnSpPr/>
            <p:nvPr/>
          </p:nvCxnSpPr>
          <p:spPr>
            <a:xfrm>
              <a:off x="5488" y="3163"/>
              <a:ext cx="1" cy="2269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9" name="文本框 18"/>
            <p:cNvSpPr txBox="1"/>
            <p:nvPr/>
          </p:nvSpPr>
          <p:spPr>
            <a:xfrm>
              <a:off x="5488" y="4432"/>
              <a:ext cx="919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/>
                <a:t>40</a:t>
              </a:r>
              <a:endParaRPr lang="en-US" altLang="zh-CN" sz="1000"/>
            </a:p>
          </p:txBody>
        </p:sp>
        <p:cxnSp>
          <p:nvCxnSpPr>
            <p:cNvPr id="20" name="直接箭头连接符 19"/>
            <p:cNvCxnSpPr/>
            <p:nvPr/>
          </p:nvCxnSpPr>
          <p:spPr>
            <a:xfrm flipH="1" flipV="1">
              <a:off x="5482" y="5432"/>
              <a:ext cx="1384" cy="8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1" name="文本框 20"/>
            <p:cNvSpPr txBox="1"/>
            <p:nvPr/>
          </p:nvSpPr>
          <p:spPr>
            <a:xfrm>
              <a:off x="5765" y="5544"/>
              <a:ext cx="919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/>
                <a:t>24</a:t>
              </a:r>
              <a:endParaRPr lang="en-US" altLang="zh-CN" sz="1000"/>
            </a:p>
          </p:txBody>
        </p:sp>
        <p:cxnSp>
          <p:nvCxnSpPr>
            <p:cNvPr id="22" name="直接箭头连接符 21"/>
            <p:cNvCxnSpPr/>
            <p:nvPr/>
          </p:nvCxnSpPr>
          <p:spPr>
            <a:xfrm flipH="1">
              <a:off x="5037" y="5425"/>
              <a:ext cx="448" cy="7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3" name="文本框 22"/>
            <p:cNvSpPr txBox="1"/>
            <p:nvPr/>
          </p:nvSpPr>
          <p:spPr>
            <a:xfrm>
              <a:off x="5046" y="5552"/>
              <a:ext cx="919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/>
                <a:t>8</a:t>
              </a:r>
              <a:endParaRPr lang="en-US" altLang="zh-CN" sz="100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6684" y="3259"/>
              <a:ext cx="44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/>
                <a:t>3</a:t>
              </a:r>
              <a:endParaRPr lang="en-US" altLang="zh-CN" sz="1000"/>
            </a:p>
          </p:txBody>
        </p:sp>
        <p:sp>
          <p:nvSpPr>
            <p:cNvPr id="26" name="矩形 25"/>
            <p:cNvSpPr/>
            <p:nvPr/>
          </p:nvSpPr>
          <p:spPr>
            <a:xfrm>
              <a:off x="10741" y="2376"/>
              <a:ext cx="1417" cy="187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 sz="1000"/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10882" y="3623"/>
              <a:ext cx="1135" cy="112"/>
              <a:chOff x="10922" y="3337"/>
              <a:chExt cx="1135" cy="112"/>
            </a:xfrm>
          </p:grpSpPr>
          <p:sp>
            <p:nvSpPr>
              <p:cNvPr id="27" name="椭圆 26"/>
              <p:cNvSpPr/>
              <p:nvPr/>
            </p:nvSpPr>
            <p:spPr>
              <a:xfrm>
                <a:off x="10922" y="3337"/>
                <a:ext cx="113" cy="113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 sz="1000"/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11945" y="3337"/>
                <a:ext cx="113" cy="113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 sz="1000"/>
              </a:p>
            </p:txBody>
          </p:sp>
        </p:grpSp>
        <p:cxnSp>
          <p:nvCxnSpPr>
            <p:cNvPr id="30" name="直接箭头连接符 29"/>
            <p:cNvCxnSpPr/>
            <p:nvPr/>
          </p:nvCxnSpPr>
          <p:spPr>
            <a:xfrm>
              <a:off x="12489" y="2376"/>
              <a:ext cx="0" cy="1830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1" name="文本框 30"/>
            <p:cNvSpPr txBox="1"/>
            <p:nvPr/>
          </p:nvSpPr>
          <p:spPr>
            <a:xfrm>
              <a:off x="12490" y="3236"/>
              <a:ext cx="1471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/>
                <a:t>33</a:t>
              </a:r>
              <a:endParaRPr lang="en-US" altLang="zh-CN" sz="1000"/>
            </a:p>
          </p:txBody>
        </p:sp>
        <p:cxnSp>
          <p:nvCxnSpPr>
            <p:cNvPr id="32" name="直接箭头连接符 31"/>
            <p:cNvCxnSpPr/>
            <p:nvPr/>
          </p:nvCxnSpPr>
          <p:spPr>
            <a:xfrm>
              <a:off x="10741" y="2171"/>
              <a:ext cx="1446" cy="2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3" name="文本框 32"/>
            <p:cNvSpPr txBox="1"/>
            <p:nvPr/>
          </p:nvSpPr>
          <p:spPr>
            <a:xfrm>
              <a:off x="10996" y="1810"/>
              <a:ext cx="1766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/>
                <a:t>25</a:t>
              </a:r>
              <a:endParaRPr lang="en-US" altLang="zh-CN" sz="1000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0741" y="3283"/>
              <a:ext cx="44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/>
                <a:t>2</a:t>
              </a:r>
              <a:endParaRPr lang="en-US" altLang="zh-CN" sz="1000"/>
            </a:p>
          </p:txBody>
        </p:sp>
        <p:cxnSp>
          <p:nvCxnSpPr>
            <p:cNvPr id="35" name="直接箭头连接符 34"/>
            <p:cNvCxnSpPr/>
            <p:nvPr/>
          </p:nvCxnSpPr>
          <p:spPr>
            <a:xfrm flipH="1">
              <a:off x="10934" y="3677"/>
              <a:ext cx="1016" cy="6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6" name="文本框 35"/>
            <p:cNvSpPr txBox="1"/>
            <p:nvPr/>
          </p:nvSpPr>
          <p:spPr>
            <a:xfrm>
              <a:off x="11143" y="3622"/>
              <a:ext cx="1471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/>
                <a:t>19</a:t>
              </a:r>
              <a:endParaRPr lang="en-US" altLang="zh-CN" sz="1000"/>
            </a:p>
          </p:txBody>
        </p:sp>
        <p:cxnSp>
          <p:nvCxnSpPr>
            <p:cNvPr id="37" name="直接箭头连接符 36"/>
            <p:cNvCxnSpPr/>
            <p:nvPr/>
          </p:nvCxnSpPr>
          <p:spPr>
            <a:xfrm flipH="1" flipV="1">
              <a:off x="11961" y="3683"/>
              <a:ext cx="3" cy="578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8" name="文本框 37"/>
            <p:cNvSpPr txBox="1"/>
            <p:nvPr/>
          </p:nvSpPr>
          <p:spPr>
            <a:xfrm>
              <a:off x="11819" y="3736"/>
              <a:ext cx="86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/>
                <a:t>10</a:t>
              </a:r>
              <a:endParaRPr lang="en-US" altLang="zh-CN" sz="1000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5457" y="7336"/>
              <a:ext cx="151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电池</a:t>
              </a:r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0741" y="4450"/>
              <a:ext cx="151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电机</a:t>
              </a:r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WPS 演示</Application>
  <PresentationFormat>宽屏</PresentationFormat>
  <Paragraphs>28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王明键</cp:lastModifiedBy>
  <cp:revision>157</cp:revision>
  <dcterms:created xsi:type="dcterms:W3CDTF">2019-06-19T02:08:00Z</dcterms:created>
  <dcterms:modified xsi:type="dcterms:W3CDTF">2026-10-22T14:53:23Z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BB322EF31BD949AF92C9ADC0CA01BDD1_11</vt:lpwstr>
  </property>
</Properties>
</file>